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Studio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58368" y="2423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Oscilloscope data analysis that never leaves your machine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6"/>
                </a:solidFill>
              </a:rPr>
              <a:t>deterministic NumPy math   ·   local AI routing   ·   </a:t>
            </a:r>
            <a:pPr indent="0" marL="0">
              <a:buNone/>
            </a:pPr>
            <a:r>
              <a:rPr lang="en-US" sz="1300" i="1" dirty="0">
                <a:solidFill>
                  <a:srgbClr val="9FB6C6"/>
                </a:solidFill>
              </a:rPr>
              <a:t>tokamak current-driver campaign demo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click, five deterministic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475488" cy="475488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2161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529"/>
                </a:solidFill>
              </a:rPr>
              <a:t>Load &amp; calibrate 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instrument preamble parsed; sensor presets convert V to 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84248"/>
            <a:ext cx="475488" cy="475488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529"/>
                </a:solidFill>
              </a:rPr>
              <a:t>Zero baselines 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pre-trigger mean removed - both monitors start at 0 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734056"/>
            <a:ext cx="475488" cy="475488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34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71576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529"/>
                </a:solidFill>
              </a:rPr>
              <a:t>Stats &amp; anomaly scan 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peak / mean / RMS; spikes, clipping, drift, module imbalance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483864"/>
            <a:ext cx="475488" cy="475488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83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46557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529"/>
                </a:solidFill>
              </a:rPr>
              <a:t>Saturation estimate 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censored two-slope fit where the busbar exceeds its limit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233672"/>
            <a:ext cx="475488" cy="475488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33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21538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529"/>
                </a:solidFill>
              </a:rPr>
              <a:t>RLC reconstruction 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physics fit through the gap, consistent with BOTH sensors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69480" y="1325880"/>
            <a:ext cx="1463040" cy="3566160"/>
          </a:xfrm>
          <a:prstGeom prst="roundRect">
            <a:avLst>
              <a:gd name="adj" fmla="val 7500"/>
            </a:avLst>
          </a:prstGeom>
          <a:solidFill>
            <a:srgbClr val="E8F1F8"/>
          </a:solidFill>
          <a:ln/>
        </p:spPr>
      </p:sp>
      <p:sp>
        <p:nvSpPr>
          <p:cNvPr id="19" name="Text 17"/>
          <p:cNvSpPr/>
          <p:nvPr/>
        </p:nvSpPr>
        <p:spPr>
          <a:xfrm>
            <a:off x="7379208" y="1463040"/>
            <a:ext cx="124358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72B2"/>
                </a:solidFill>
              </a:rPr>
              <a:t>design rule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the AI never computes numbers - it routes to tools and explains their output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campaign: 14-shot step series, one view</a:t>
            </a:r>
            <a:endParaRPr lang="en-US" sz="2800" dirty="0"/>
          </a:p>
        </p:txBody>
      </p:sp>
      <p:pic>
        <p:nvPicPr>
          <p:cNvPr id="3" name="Image 0" descr="cascade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7772400" cy="3246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Pearson current, baseline-zeroed, trigger-aligned; shots sorted by setpoint (646 A to 5 991 A). Constant discharge charge across the ladder validated the calibration.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Verified against ground truth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E8F1F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63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2B2"/>
                </a:solidFill>
              </a:rPr>
              <a:t>0.3%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6.6 kA nameplate vs measured Pearson peak (6 620 A)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0" y="132588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E8F1F8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463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2B2"/>
                </a:solidFill>
              </a:rPr>
              <a:t>0.6%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983480" y="21945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reconstructed peak error with the busbar saturated across the entire pulse top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E8F1F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46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2B2"/>
                </a:solidFill>
              </a:rPr>
              <a:t>0.3%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max error of the 5-40 ms gap reconstruction, consistent with both sensors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310896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E8F1F8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3246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2B2"/>
                </a:solidFill>
              </a:rPr>
              <a:t>9/9 vs 0/9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983480" y="39776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model benchmark separates faithful readers from arithmetic guessers - why NumPy computes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data never leaves your machine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17904"/>
            <a:ext cx="274320" cy="274320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3898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 cloud, no telemetry   </a:t>
            </a:r>
            <a:pPr indent="0" marL="0">
              <a:buNone/>
            </a:pPr>
            <a:r>
              <a:rPr lang="en-US" sz="1250" dirty="0">
                <a:solidFill>
                  <a:srgbClr val="B9C6CF"/>
                </a:solidFill>
              </a:rPr>
              <a:t>the only network call is to a local model server on localhost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95144"/>
            <a:ext cx="274320" cy="274320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671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Raw waveforms never reach the AI   </a:t>
            </a:r>
            <a:pPr indent="0" marL="0">
              <a:buNone/>
            </a:pPr>
            <a:r>
              <a:rPr lang="en-US" sz="1250" dirty="0">
                <a:solidFill>
                  <a:srgbClr val="B9C6CF"/>
                </a:solidFill>
              </a:rPr>
              <a:t>only derived statistics text; formula engine is AST-sandboxed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3072384"/>
            <a:ext cx="274320" cy="274320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9443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Every change logged   </a:t>
            </a:r>
            <a:pPr indent="0" marL="0">
              <a:buNone/>
            </a:pPr>
            <a:r>
              <a:rPr lang="en-US" sz="1250" dirty="0">
                <a:solidFill>
                  <a:srgbClr val="B9C6CF"/>
                </a:solidFill>
              </a:rPr>
              <a:t>a development log records what changed, why, and how it was verified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6C6"/>
                </a:solidFill>
              </a:rPr>
              <a:t>Next: charging-voltage waterfalls on the GPU renderer  ·  batch shot journals  ·  packaged 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Scope Studio - local scope-data analysis</dc:title>
  <dc:subject>PptxGenJS Presentation</dc:subject>
  <dc:creator>Scope Studio</dc:creator>
  <cp:lastModifiedBy>Scope Studio</cp:lastModifiedBy>
  <cp:revision>1</cp:revision>
  <dcterms:created xsi:type="dcterms:W3CDTF">2026-06-12T00:51:01Z</dcterms:created>
  <dcterms:modified xsi:type="dcterms:W3CDTF">2026-06-12T00:51:01Z</dcterms:modified>
</cp:coreProperties>
</file>